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0467" autoAdjust="0"/>
  </p:normalViewPr>
  <p:slideViewPr>
    <p:cSldViewPr snapToGrid="0" snapToObjects="1">
      <p:cViewPr varScale="1">
        <p:scale>
          <a:sx n="62" d="100"/>
          <a:sy n="62" d="100"/>
        </p:scale>
        <p:origin x="10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075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59436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Backtesting a 5-Day Drop Strategy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S&amp;P 500 stocks, 2012 to 2025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1792" y="2148840"/>
            <a:ext cx="525780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 after a 5% five-day drop. Sell after a 3% rebound from entry.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21792" y="3054096"/>
            <a:ext cx="50749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621792" y="615391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Elias Powell</a:t>
            </a:r>
            <a:endParaRPr lang="en-US" sz="1150" dirty="0"/>
          </a:p>
        </p:txBody>
      </p:sp>
      <p:pic>
        <p:nvPicPr>
          <p:cNvPr id="8" name="Image 0" descr="/mnt/data/risk_re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804433"/>
            <a:ext cx="5166360" cy="2883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0" y="59893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vs return summary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Strategy design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Rules-based backtest with next-day execution to reduce look-ahead bias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1F77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468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threshold over the prior five trading days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7F0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703320" y="2057400"/>
            <a:ext cx="22402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target from the entry price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417320"/>
            <a:ext cx="2331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$100K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446520" y="2057400"/>
            <a:ext cx="2423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capital per ticker backtest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464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1F77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464040" y="2057400"/>
            <a:ext cx="2057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S&amp;P 500 stocks tested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246120"/>
            <a:ext cx="484632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logic: calculate the five-day return using close prices, create the buy signal after the close, then execute the trade on the next trading day using Open when available.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246120"/>
            <a:ext cx="461772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logic: hold until the position gains at least 3% from entry. If the target is not hit before the final date, close the position on the last trading day.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Return comparison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returns were positive for many names, but buy-and-hold often captured more compounding</a:t>
            </a:r>
            <a:endParaRPr lang="en-US" sz="1200" dirty="0"/>
          </a:p>
        </p:txBody>
      </p:sp>
      <p:pic>
        <p:nvPicPr>
          <p:cNvPr id="5" name="Image 0" descr="/mnt/data/strategy_vs_buy_hold_total_ret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055" y="1069848"/>
            <a:ext cx="9061409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portfolio value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Ending values show the opportunity cost of being out of the market during long rallies</a:t>
            </a:r>
            <a:endParaRPr lang="en-US" sz="1200" dirty="0"/>
          </a:p>
        </p:txBody>
      </p:sp>
      <p:pic>
        <p:nvPicPr>
          <p:cNvPr id="5" name="Image 0" descr="/mnt/data/final_portfolio_valu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174" y="1069848"/>
            <a:ext cx="9085171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vs return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annual return usually came with higher strategy volatility</a:t>
            </a:r>
            <a:endParaRPr lang="en-US" sz="1200" dirty="0"/>
          </a:p>
        </p:txBody>
      </p:sp>
      <p:pic>
        <p:nvPicPr>
          <p:cNvPr id="5" name="Image 0" descr="/mnt/data/risk_re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200" y="1069848"/>
            <a:ext cx="909312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Drawdown matters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with high win rates, several stocks still had large peak-to-trough declines</a:t>
            </a:r>
            <a:endParaRPr lang="en-US" sz="1200" dirty="0"/>
          </a:p>
        </p:txBody>
      </p:sp>
      <p:pic>
        <p:nvPicPr>
          <p:cNvPr id="5" name="Image 0" descr="/mnt/data/strategy_max_draw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200" y="1069848"/>
            <a:ext cx="909312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rate by ticker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strategy produced high win rates, but win rate alone did not guarantee outperformance</a:t>
            </a:r>
            <a:endParaRPr lang="en-US" sz="1200" dirty="0"/>
          </a:p>
        </p:txBody>
      </p:sp>
      <p:pic>
        <p:nvPicPr>
          <p:cNvPr id="5" name="Image 0" descr="/mnt/data/strategy_win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200" y="1069848"/>
            <a:ext cx="909312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Average days held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3% recovery target could still keep capital tied up for long periods</a:t>
            </a:r>
            <a:endParaRPr lang="en-US" sz="1200" dirty="0"/>
          </a:p>
        </p:txBody>
      </p:sp>
      <p:pic>
        <p:nvPicPr>
          <p:cNvPr id="5" name="Image 0" descr="/mnt/data/average_days_h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200" y="1069848"/>
            <a:ext cx="909312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 performers and takeaway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strategy returns came from names like ANET, FTNT, QCOM, TMUS, and SCHW</a:t>
            </a:r>
            <a:endParaRPr lang="en-US" sz="1200" dirty="0"/>
          </a:p>
        </p:txBody>
      </p:sp>
      <p:pic>
        <p:nvPicPr>
          <p:cNvPr id="5" name="Image 0" descr="/mnt/data/summary_metric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02" y="1033272"/>
            <a:ext cx="6938917" cy="3886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166360"/>
            <a:ext cx="1463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2212848" y="5084064"/>
            <a:ext cx="882396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dip-buying strategy can generate strong individual results, but market exposure, drawdown, and time in position matter just as much as win rate.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6537960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Educational backtest only, not investment advice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371</Words>
  <Application>Microsoft Office PowerPoint</Application>
  <PresentationFormat>Widescreen</PresentationFormat>
  <Paragraphs>59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Backtesting a 5-Day Drop Strategy</dc:title>
  <dc:subject>Stock backtesting summary visuals</dc:subject>
  <dc:creator>Elias Powell</dc:creator>
  <cp:lastModifiedBy>Elias Powell</cp:lastModifiedBy>
  <cp:revision>2</cp:revision>
  <dcterms:created xsi:type="dcterms:W3CDTF">2026-07-02T20:36:49Z</dcterms:created>
  <dcterms:modified xsi:type="dcterms:W3CDTF">2026-07-02T20:42:19Z</dcterms:modified>
</cp:coreProperties>
</file>